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19"/>
    <a:srgbClr val="CC9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AFF09-7F5C-46E8-A399-C1BFE5D9513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5BBE9-1A87-48F0-A70A-DDD2661D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96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5BBE9-1A87-48F0-A70A-DDD2661D2F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6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2A84-50AD-AEFB-BAC8-1CF862353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15329-B355-9739-74F8-970A57F45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7613D-2C8D-B8EC-A975-9138458C8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3EC40-575C-E235-90C0-07FD73B2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2EEFA-5D3D-3FEA-7177-1CC869FF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6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B327-29E8-C907-A285-2B7C337E5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AC4B6-6E95-F8D2-0666-82ED0A03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66E57-D152-1CBF-0D12-26ACDE95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EAB0-D272-7262-0F4D-F73C8F3C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983BA-7819-E526-8A77-FF3DD334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4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8B83-6D57-1A86-814E-522CD05F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3F472-79D0-6255-3E77-8CF536FA5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051E-1F4A-4046-0CEB-74C77451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6D7D-25A7-B009-91B9-23433B56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2E89-B112-0548-AB09-96A824D6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07B1-7AEC-43A5-71BC-FE5A1C9F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2696-D343-A490-3DEA-5E040F94B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4F3DD-EB90-71C8-6435-29C4DE958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5E39A-DBFE-A48F-3CED-814F7911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8ECCF-FD22-FF59-F8A0-A570E990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65887-534C-FC7D-4550-42715F81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3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49FB-FC2E-A890-430C-EC12488F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991D9-BD18-59AB-C8BC-CC78B02AD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11E58-38AC-8AEC-275F-5247CEF7E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BB7A6-6EF7-191E-9FF2-BB3FC4058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9E2D9-2A7B-5148-EF1A-B592BE8D0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D2281E-19F9-BA3A-8BFB-1F1FA62D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1E6A9-88C9-463F-6271-6F5C5E5E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0DFF05-94A0-5B4A-9251-3025903B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4BFC-239F-99BB-37E3-779B5771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F4F37-46F1-910D-2D00-5D00B0EB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FE91-66AC-0845-F84F-68C2F21D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089C6-ABA5-89D0-1DFE-A6E66555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2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41E7D-DB34-7F9A-7DC8-28EB16B3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DBABD-88BB-0922-A829-C56B6DAB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99D41-98E4-8007-553F-0D12CC8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4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3F9D2-3CB3-48E7-2BE6-1C0554F9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DAF25-A7FF-CCD4-ACA8-06924069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251E4-D668-7A2D-39F9-ADE43D69C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D172F-D9A4-1B9D-1506-828B5120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7549B-B606-2BC2-5495-E46EFCFB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2F4E6-9D17-8068-B99D-61EDB25B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54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218D-BC4C-F165-9133-A386DD7D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EE7B39-E3A8-07DE-6FF2-47F109AF8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904AB-81AF-26F9-E080-E61D3424D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847AB-B425-F1F2-1DCD-2BD410C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A84E8-BE19-BC19-FA13-F4387A480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0ACA-65A0-8D0D-0760-A8B12926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8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E83F-ED90-4E91-14A0-BBEC7D79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94E68-7597-D348-DDCC-1A125C8F9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19F62-9ADD-5331-68C1-778307D8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8C62C-5F72-3232-E1F0-D1B589A0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1A777-B660-0711-44E6-90BAB1C2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1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9B8D0-1BAE-2134-35B0-923ABE19C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EEADD-0BD0-AA14-B547-6DE77A3B5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E34C-4973-C2B3-110D-A5CC3E68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6299B-95B6-1E3D-1B2B-3F9864CE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FCFE9-A676-4F74-0095-076D148B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3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2536A-6F49-1EF6-0A17-3E049264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56B0E-1FE3-AE5A-3B9C-D869F5EAD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4C8F-77FA-6C7E-0930-0CD2406A5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31FE7-E80F-417D-9FB6-956E89069F2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7BCAF-21CD-0070-778B-8152E8F56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FD022-9927-ACF8-51D1-2E80E8B28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6014A-CB07-49CA-83D4-0B9FA5D95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0BFEC8-0991-9E9E-D2C2-65C297FE95DA}"/>
              </a:ext>
            </a:extLst>
          </p:cNvPr>
          <p:cNvSpPr/>
          <p:nvPr/>
        </p:nvSpPr>
        <p:spPr>
          <a:xfrm>
            <a:off x="8050385" y="379144"/>
            <a:ext cx="3957484" cy="37770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Validate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5F36AF-98F4-F2EA-0B1D-A12172B6B589}"/>
              </a:ext>
            </a:extLst>
          </p:cNvPr>
          <p:cNvSpPr/>
          <p:nvPr/>
        </p:nvSpPr>
        <p:spPr>
          <a:xfrm>
            <a:off x="2018060" y="2018665"/>
            <a:ext cx="4161025" cy="2161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operational DB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3CD96-3F94-1BA5-72BE-72F1A7862C96}"/>
              </a:ext>
            </a:extLst>
          </p:cNvPr>
          <p:cNvSpPr/>
          <p:nvPr/>
        </p:nvSpPr>
        <p:spPr>
          <a:xfrm>
            <a:off x="2342848" y="2361680"/>
            <a:ext cx="984216" cy="807474"/>
          </a:xfrm>
          <a:prstGeom prst="rect">
            <a:avLst/>
          </a:prstGeom>
          <a:solidFill>
            <a:srgbClr val="CC95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RAW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ADCB2-9DEC-E018-9841-1F0BF81CF006}"/>
              </a:ext>
            </a:extLst>
          </p:cNvPr>
          <p:cNvSpPr/>
          <p:nvPr/>
        </p:nvSpPr>
        <p:spPr>
          <a:xfrm>
            <a:off x="3632397" y="2355943"/>
            <a:ext cx="984216" cy="8074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PROCESSED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DA80C6-CC90-97E7-7E28-A9E68FE09CAE}"/>
              </a:ext>
            </a:extLst>
          </p:cNvPr>
          <p:cNvSpPr/>
          <p:nvPr/>
        </p:nvSpPr>
        <p:spPr>
          <a:xfrm>
            <a:off x="4913644" y="2361680"/>
            <a:ext cx="984216" cy="807474"/>
          </a:xfrm>
          <a:prstGeom prst="rect">
            <a:avLst/>
          </a:prstGeom>
          <a:solidFill>
            <a:srgbClr val="FFCE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SANDBOX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B31EE2-9A1F-6890-F030-C9E12B77E84F}"/>
              </a:ext>
            </a:extLst>
          </p:cNvPr>
          <p:cNvSpPr/>
          <p:nvPr/>
        </p:nvSpPr>
        <p:spPr>
          <a:xfrm>
            <a:off x="120638" y="2157919"/>
            <a:ext cx="1179871" cy="11798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71A46-E2D5-BCE0-C65A-600EB646D29A}"/>
              </a:ext>
            </a:extLst>
          </p:cNvPr>
          <p:cNvSpPr/>
          <p:nvPr/>
        </p:nvSpPr>
        <p:spPr>
          <a:xfrm>
            <a:off x="68826" y="216310"/>
            <a:ext cx="6676103" cy="1327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ostgresql logo - free Icon PNG, SVG">
            <a:extLst>
              <a:ext uri="{FF2B5EF4-FFF2-40B4-BE49-F238E27FC236}">
                <a16:creationId xmlns:a16="http://schemas.microsoft.com/office/drawing/2014/main" id="{BDE6958E-F4B7-5F7A-2CF5-475FFBA3B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862" y="637986"/>
            <a:ext cx="795178" cy="53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f - Revision 1934266: /kafka/site/logos/originals/png">
            <a:extLst>
              <a:ext uri="{FF2B5EF4-FFF2-40B4-BE49-F238E27FC236}">
                <a16:creationId xmlns:a16="http://schemas.microsoft.com/office/drawing/2014/main" id="{9EC08CD2-C0AE-8018-CC60-D11F7B5CE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137" y="699231"/>
            <a:ext cx="1002889" cy="52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7E04EC2-62E7-AE55-578D-53C8B62A2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658" y="634762"/>
            <a:ext cx="1014684" cy="52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61E225B-94C0-6CB1-810D-132721F16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43" y="3401061"/>
            <a:ext cx="783626" cy="25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F9BBED-D7CA-4AA0-1589-C7746C3522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4514" y="1088516"/>
            <a:ext cx="2401044" cy="687017"/>
          </a:xfrm>
          <a:prstGeom prst="rect">
            <a:avLst/>
          </a:prstGeom>
        </p:spPr>
      </p:pic>
      <p:pic>
        <p:nvPicPr>
          <p:cNvPr id="1036" name="Picture 12" descr="Power BI Logo, symbol, meaning, history, PNG, brand">
            <a:extLst>
              <a:ext uri="{FF2B5EF4-FFF2-40B4-BE49-F238E27FC236}">
                <a16:creationId xmlns:a16="http://schemas.microsoft.com/office/drawing/2014/main" id="{F77B6363-0636-BCF7-CEA3-31F0514BF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372" y="5147225"/>
            <a:ext cx="1435510" cy="80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pache Airflow - Wikipedia">
            <a:extLst>
              <a:ext uri="{FF2B5EF4-FFF2-40B4-BE49-F238E27FC236}">
                <a16:creationId xmlns:a16="http://schemas.microsoft.com/office/drawing/2014/main" id="{FF3DCE2C-EA62-BA13-FD47-A9693E69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64" y="6045726"/>
            <a:ext cx="1179870" cy="50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8FD047-DF88-1A87-05BD-B72A79E7A7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066" y="2361680"/>
            <a:ext cx="687017" cy="6870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5D4FF3-2836-E14B-8528-0A216ED953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320" y="562418"/>
            <a:ext cx="687017" cy="687017"/>
          </a:xfrm>
          <a:prstGeom prst="rect">
            <a:avLst/>
          </a:prstGeom>
        </p:spPr>
      </p:pic>
      <p:pic>
        <p:nvPicPr>
          <p:cNvPr id="1042" name="Picture 18" descr="Debezium">
            <a:extLst>
              <a:ext uri="{FF2B5EF4-FFF2-40B4-BE49-F238E27FC236}">
                <a16:creationId xmlns:a16="http://schemas.microsoft.com/office/drawing/2014/main" id="{71883DC3-A8FE-B608-100B-CFCBAA526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259" y="645721"/>
            <a:ext cx="1224965" cy="6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BF61AC0B-216F-E55C-E6C0-08CFC592A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25" y="2720574"/>
            <a:ext cx="1014684" cy="52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Postgresql logo - free Icon PNG, SVG">
            <a:extLst>
              <a:ext uri="{FF2B5EF4-FFF2-40B4-BE49-F238E27FC236}">
                <a16:creationId xmlns:a16="http://schemas.microsoft.com/office/drawing/2014/main" id="{80DC6DB1-523A-17E5-E46A-ACBB133B4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357" y="2366357"/>
            <a:ext cx="1585358" cy="106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ocker Icon SVG Vector &amp; PNG Free Download | UXWing">
            <a:extLst>
              <a:ext uri="{FF2B5EF4-FFF2-40B4-BE49-F238E27FC236}">
                <a16:creationId xmlns:a16="http://schemas.microsoft.com/office/drawing/2014/main" id="{448F272D-3803-BF73-9408-4C73E2392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1981" y="6382407"/>
            <a:ext cx="642536" cy="33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pache hive logo - free Icon PNG, SVG">
            <a:extLst>
              <a:ext uri="{FF2B5EF4-FFF2-40B4-BE49-F238E27FC236}">
                <a16:creationId xmlns:a16="http://schemas.microsoft.com/office/drawing/2014/main" id="{24189F6C-CF79-BE87-6579-2B8C7B44C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920" y="5150683"/>
            <a:ext cx="984216" cy="49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CC9D5DF7-8E50-28C5-B9CE-0EA64D4EE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762" y="5087214"/>
            <a:ext cx="1013942" cy="47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Delta Lake | Matheus's Wiki">
            <a:extLst>
              <a:ext uri="{FF2B5EF4-FFF2-40B4-BE49-F238E27FC236}">
                <a16:creationId xmlns:a16="http://schemas.microsoft.com/office/drawing/2014/main" id="{950031C5-2DB9-B879-958C-094BAF4ED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552" y="3174409"/>
            <a:ext cx="1617397" cy="80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224DF6-2F42-1422-E631-36399C7B2ACE}"/>
              </a:ext>
            </a:extLst>
          </p:cNvPr>
          <p:cNvSpPr txBox="1"/>
          <p:nvPr/>
        </p:nvSpPr>
        <p:spPr>
          <a:xfrm>
            <a:off x="2188040" y="4444181"/>
            <a:ext cx="747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Metadata Store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454164-B5E5-DF47-82CC-A7D2E478EDF3}"/>
              </a:ext>
            </a:extLst>
          </p:cNvPr>
          <p:cNvSpPr txBox="1"/>
          <p:nvPr/>
        </p:nvSpPr>
        <p:spPr>
          <a:xfrm>
            <a:off x="5250417" y="4554440"/>
            <a:ext cx="624600" cy="261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Query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031A46-E297-C329-AF5E-D1115E0FC338}"/>
              </a:ext>
            </a:extLst>
          </p:cNvPr>
          <p:cNvCxnSpPr>
            <a:stCxn id="1050" idx="0"/>
          </p:cNvCxnSpPr>
          <p:nvPr/>
        </p:nvCxnSpPr>
        <p:spPr>
          <a:xfrm flipV="1">
            <a:off x="2977028" y="4179693"/>
            <a:ext cx="0" cy="970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8F30E4-E08C-1CE7-75D6-28CE570B15DF}"/>
              </a:ext>
            </a:extLst>
          </p:cNvPr>
          <p:cNvCxnSpPr/>
          <p:nvPr/>
        </p:nvCxnSpPr>
        <p:spPr>
          <a:xfrm flipV="1">
            <a:off x="5199733" y="4179693"/>
            <a:ext cx="0" cy="970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8D2641-23C2-2959-C41E-04F950785B1F}"/>
              </a:ext>
            </a:extLst>
          </p:cNvPr>
          <p:cNvCxnSpPr>
            <a:cxnSpLocks/>
          </p:cNvCxnSpPr>
          <p:nvPr/>
        </p:nvCxnSpPr>
        <p:spPr>
          <a:xfrm flipH="1">
            <a:off x="3568625" y="5370564"/>
            <a:ext cx="10280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3587F1C-F758-B3C7-8319-BF75BA9EED92}"/>
              </a:ext>
            </a:extLst>
          </p:cNvPr>
          <p:cNvSpPr txBox="1"/>
          <p:nvPr/>
        </p:nvSpPr>
        <p:spPr>
          <a:xfrm>
            <a:off x="3872634" y="5370564"/>
            <a:ext cx="624600" cy="261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Query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ED185EB-5B59-0567-2327-95D06641F1CE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2711910" y="1666711"/>
            <a:ext cx="818015" cy="571922"/>
          </a:xfrm>
          <a:prstGeom prst="bentConnector3">
            <a:avLst>
              <a:gd name="adj1" fmla="val 319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6">
            <a:extLst>
              <a:ext uri="{FF2B5EF4-FFF2-40B4-BE49-F238E27FC236}">
                <a16:creationId xmlns:a16="http://schemas.microsoft.com/office/drawing/2014/main" id="{9C859EB8-681D-FF59-90D1-7D30BD39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619" y="3401061"/>
            <a:ext cx="537771" cy="27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4E4F08-3F7A-A915-E772-9C4EA444E824}"/>
              </a:ext>
            </a:extLst>
          </p:cNvPr>
          <p:cNvCxnSpPr>
            <a:stCxn id="10" idx="3"/>
            <a:endCxn id="1026" idx="1"/>
          </p:cNvCxnSpPr>
          <p:nvPr/>
        </p:nvCxnSpPr>
        <p:spPr>
          <a:xfrm>
            <a:off x="865337" y="905927"/>
            <a:ext cx="527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029766-B34E-C963-B425-3C57FA22F7AB}"/>
              </a:ext>
            </a:extLst>
          </p:cNvPr>
          <p:cNvCxnSpPr>
            <a:cxnSpLocks/>
            <a:stCxn id="1026" idx="3"/>
          </p:cNvCxnSpPr>
          <p:nvPr/>
        </p:nvCxnSpPr>
        <p:spPr>
          <a:xfrm flipV="1">
            <a:off x="2188040" y="901566"/>
            <a:ext cx="454030" cy="4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16EC08-FAEA-2765-1D17-B94C3B4B1D94}"/>
              </a:ext>
            </a:extLst>
          </p:cNvPr>
          <p:cNvCxnSpPr>
            <a:endCxn id="1028" idx="1"/>
          </p:cNvCxnSpPr>
          <p:nvPr/>
        </p:nvCxnSpPr>
        <p:spPr>
          <a:xfrm>
            <a:off x="3870137" y="962811"/>
            <a:ext cx="27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D6EFD09-C7D9-8B75-3452-57C52C9A39BA}"/>
              </a:ext>
            </a:extLst>
          </p:cNvPr>
          <p:cNvSpPr txBox="1"/>
          <p:nvPr/>
        </p:nvSpPr>
        <p:spPr>
          <a:xfrm>
            <a:off x="2188040" y="648257"/>
            <a:ext cx="5843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CDC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33100E-7EF4-21BA-A355-354F98E8BE5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3327064" y="2759680"/>
            <a:ext cx="305333" cy="5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599D6F-230E-414B-B38D-E32AF0CA465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4616613" y="2759680"/>
            <a:ext cx="297031" cy="5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3A6A7E1-FEEF-7D14-3C3E-2094F54BC14E}"/>
              </a:ext>
            </a:extLst>
          </p:cNvPr>
          <p:cNvCxnSpPr>
            <a:cxnSpLocks/>
          </p:cNvCxnSpPr>
          <p:nvPr/>
        </p:nvCxnSpPr>
        <p:spPr>
          <a:xfrm>
            <a:off x="5238593" y="962448"/>
            <a:ext cx="3241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TextBox 1023">
            <a:extLst>
              <a:ext uri="{FF2B5EF4-FFF2-40B4-BE49-F238E27FC236}">
                <a16:creationId xmlns:a16="http://schemas.microsoft.com/office/drawing/2014/main" id="{721CF54A-517D-A107-F582-B5EECA42DF38}"/>
              </a:ext>
            </a:extLst>
          </p:cNvPr>
          <p:cNvSpPr txBox="1"/>
          <p:nvPr/>
        </p:nvSpPr>
        <p:spPr>
          <a:xfrm>
            <a:off x="3028620" y="295675"/>
            <a:ext cx="813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Stream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51F1E70-C08D-D977-5A15-BB7DDC204280}"/>
              </a:ext>
            </a:extLst>
          </p:cNvPr>
          <p:cNvSpPr txBox="1"/>
          <p:nvPr/>
        </p:nvSpPr>
        <p:spPr>
          <a:xfrm>
            <a:off x="428533" y="3024983"/>
            <a:ext cx="813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Batch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5645A336-E888-BEB4-13EE-81D4608ACD88}"/>
              </a:ext>
            </a:extLst>
          </p:cNvPr>
          <p:cNvSpPr txBox="1"/>
          <p:nvPr/>
        </p:nvSpPr>
        <p:spPr>
          <a:xfrm>
            <a:off x="1209366" y="1170415"/>
            <a:ext cx="1153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Operational DB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1D497AF9-CB2A-AD8E-6267-0A5B662C1872}"/>
              </a:ext>
            </a:extLst>
          </p:cNvPr>
          <p:cNvSpPr txBox="1"/>
          <p:nvPr/>
        </p:nvSpPr>
        <p:spPr>
          <a:xfrm>
            <a:off x="3509978" y="3796613"/>
            <a:ext cx="134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Lake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82E2613D-783E-28BD-5647-4221322FB79A}"/>
              </a:ext>
            </a:extLst>
          </p:cNvPr>
          <p:cNvSpPr txBox="1"/>
          <p:nvPr/>
        </p:nvSpPr>
        <p:spPr>
          <a:xfrm>
            <a:off x="9132179" y="3680450"/>
            <a:ext cx="1991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Data Warehouse</a:t>
            </a: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A3AC21AC-7E1F-17B9-3052-F316C4C2F69B}"/>
              </a:ext>
            </a:extLst>
          </p:cNvPr>
          <p:cNvCxnSpPr>
            <a:stCxn id="12" idx="3"/>
          </p:cNvCxnSpPr>
          <p:nvPr/>
        </p:nvCxnSpPr>
        <p:spPr>
          <a:xfrm flipV="1">
            <a:off x="1300509" y="2747854"/>
            <a:ext cx="7175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1" name="Picture 1060">
            <a:extLst>
              <a:ext uri="{FF2B5EF4-FFF2-40B4-BE49-F238E27FC236}">
                <a16:creationId xmlns:a16="http://schemas.microsoft.com/office/drawing/2014/main" id="{9AC17D63-4106-ACB9-C0DB-ED4B4A8C84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2178" y="1226391"/>
            <a:ext cx="1388461" cy="369331"/>
          </a:xfrm>
          <a:prstGeom prst="rect">
            <a:avLst/>
          </a:prstGeom>
        </p:spPr>
      </p:pic>
      <p:cxnSp>
        <p:nvCxnSpPr>
          <p:cNvPr id="1063" name="Connector: Elbow 1062">
            <a:extLst>
              <a:ext uri="{FF2B5EF4-FFF2-40B4-BE49-F238E27FC236}">
                <a16:creationId xmlns:a16="http://schemas.microsoft.com/office/drawing/2014/main" id="{CCF9FD9C-2176-4E52-F61C-25AEED670AFB}"/>
              </a:ext>
            </a:extLst>
          </p:cNvPr>
          <p:cNvCxnSpPr>
            <a:stCxn id="14" idx="2"/>
          </p:cNvCxnSpPr>
          <p:nvPr/>
        </p:nvCxnSpPr>
        <p:spPr>
          <a:xfrm rot="5400000" flipH="1" flipV="1">
            <a:off x="5211264" y="324297"/>
            <a:ext cx="1752361" cy="3925880"/>
          </a:xfrm>
          <a:prstGeom prst="bentConnector4">
            <a:avLst>
              <a:gd name="adj1" fmla="val -10801"/>
              <a:gd name="adj2" fmla="val 923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TextBox 1066">
            <a:extLst>
              <a:ext uri="{FF2B5EF4-FFF2-40B4-BE49-F238E27FC236}">
                <a16:creationId xmlns:a16="http://schemas.microsoft.com/office/drawing/2014/main" id="{7720ECBD-8843-9EBA-256C-75D517A6D3C3}"/>
              </a:ext>
            </a:extLst>
          </p:cNvPr>
          <p:cNvSpPr txBox="1"/>
          <p:nvPr/>
        </p:nvSpPr>
        <p:spPr>
          <a:xfrm>
            <a:off x="8544644" y="873244"/>
            <a:ext cx="98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Validate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F9583CA1-B141-88C6-F0F7-5DB1182B523A}"/>
              </a:ext>
            </a:extLst>
          </p:cNvPr>
          <p:cNvSpPr txBox="1"/>
          <p:nvPr/>
        </p:nvSpPr>
        <p:spPr>
          <a:xfrm>
            <a:off x="10424652" y="848037"/>
            <a:ext cx="1281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Transform</a:t>
            </a: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F7FABB09-6861-B181-467F-55A39E9A711C}"/>
              </a:ext>
            </a:extLst>
          </p:cNvPr>
          <p:cNvCxnSpPr>
            <a:stCxn id="6" idx="1"/>
          </p:cNvCxnSpPr>
          <p:nvPr/>
        </p:nvCxnSpPr>
        <p:spPr>
          <a:xfrm>
            <a:off x="9804514" y="1432025"/>
            <a:ext cx="6078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F36A1DE4-D97C-9E0B-1DC1-9E69BED2304B}"/>
              </a:ext>
            </a:extLst>
          </p:cNvPr>
          <p:cNvCxnSpPr>
            <a:stCxn id="6" idx="2"/>
            <a:endCxn id="19" idx="0"/>
          </p:cNvCxnSpPr>
          <p:nvPr/>
        </p:nvCxnSpPr>
        <p:spPr>
          <a:xfrm>
            <a:off x="11005036" y="1775533"/>
            <a:ext cx="0" cy="590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A3C24FB6-F690-B32F-2C48-1654C3EFA05B}"/>
              </a:ext>
            </a:extLst>
          </p:cNvPr>
          <p:cNvCxnSpPr>
            <a:stCxn id="18" idx="2"/>
            <a:endCxn id="1036" idx="0"/>
          </p:cNvCxnSpPr>
          <p:nvPr/>
        </p:nvCxnSpPr>
        <p:spPr>
          <a:xfrm>
            <a:off x="10029127" y="4156230"/>
            <a:ext cx="0" cy="990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9" name="TextBox 1078">
            <a:extLst>
              <a:ext uri="{FF2B5EF4-FFF2-40B4-BE49-F238E27FC236}">
                <a16:creationId xmlns:a16="http://schemas.microsoft.com/office/drawing/2014/main" id="{4495B7A3-28E1-94CE-F729-852773FEAB16}"/>
              </a:ext>
            </a:extLst>
          </p:cNvPr>
          <p:cNvSpPr txBox="1"/>
          <p:nvPr/>
        </p:nvSpPr>
        <p:spPr>
          <a:xfrm>
            <a:off x="8616864" y="4458383"/>
            <a:ext cx="151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Visualization</a:t>
            </a:r>
          </a:p>
        </p:txBody>
      </p:sp>
    </p:spTree>
    <p:extLst>
      <p:ext uri="{BB962C8B-B14F-4D97-AF65-F5344CB8AC3E}">
        <p14:creationId xmlns:p14="http://schemas.microsoft.com/office/powerpoint/2010/main" val="398500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E8E99-021C-53FB-5CA3-B3B5D26A0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465" y="0"/>
            <a:ext cx="9165070" cy="6858000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E182A12-2327-5ED7-FE73-6B5EB1011191}"/>
              </a:ext>
            </a:extLst>
          </p:cNvPr>
          <p:cNvCxnSpPr/>
          <p:nvPr/>
        </p:nvCxnSpPr>
        <p:spPr>
          <a:xfrm rot="10800000">
            <a:off x="4011561" y="1297858"/>
            <a:ext cx="825910" cy="3932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059C031-5C41-A7E2-EF58-4F6BE5EB72FF}"/>
              </a:ext>
            </a:extLst>
          </p:cNvPr>
          <p:cNvCxnSpPr>
            <a:cxnSpLocks/>
          </p:cNvCxnSpPr>
          <p:nvPr/>
        </p:nvCxnSpPr>
        <p:spPr>
          <a:xfrm>
            <a:off x="7236542" y="2753032"/>
            <a:ext cx="806245" cy="5112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9EC4C22-EA58-2C37-A3ED-75ED6F95AB9B}"/>
              </a:ext>
            </a:extLst>
          </p:cNvPr>
          <p:cNvCxnSpPr/>
          <p:nvPr/>
        </p:nvCxnSpPr>
        <p:spPr>
          <a:xfrm flipH="1">
            <a:off x="4424516" y="1986116"/>
            <a:ext cx="4129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D5BDC9-C498-59E0-9D3B-D0F31BA8B81C}"/>
              </a:ext>
            </a:extLst>
          </p:cNvPr>
          <p:cNvCxnSpPr/>
          <p:nvPr/>
        </p:nvCxnSpPr>
        <p:spPr>
          <a:xfrm>
            <a:off x="4424516" y="1986116"/>
            <a:ext cx="0" cy="1278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A497F73-2881-375B-F7C7-060646D8B0B5}"/>
              </a:ext>
            </a:extLst>
          </p:cNvPr>
          <p:cNvCxnSpPr/>
          <p:nvPr/>
        </p:nvCxnSpPr>
        <p:spPr>
          <a:xfrm flipH="1">
            <a:off x="4011561" y="3264310"/>
            <a:ext cx="412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5AD34C3-763B-9DAB-4184-1414FFE7FADC}"/>
              </a:ext>
            </a:extLst>
          </p:cNvPr>
          <p:cNvCxnSpPr>
            <a:cxnSpLocks/>
          </p:cNvCxnSpPr>
          <p:nvPr/>
        </p:nvCxnSpPr>
        <p:spPr>
          <a:xfrm flipH="1">
            <a:off x="4630993" y="2212258"/>
            <a:ext cx="206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E9E723-8785-D4C4-397B-B70425B86D94}"/>
              </a:ext>
            </a:extLst>
          </p:cNvPr>
          <p:cNvCxnSpPr>
            <a:cxnSpLocks/>
          </p:cNvCxnSpPr>
          <p:nvPr/>
        </p:nvCxnSpPr>
        <p:spPr>
          <a:xfrm>
            <a:off x="4630993" y="2212258"/>
            <a:ext cx="0" cy="3116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033D96F-108F-E9C4-0401-CB482AD3E93F}"/>
              </a:ext>
            </a:extLst>
          </p:cNvPr>
          <p:cNvCxnSpPr/>
          <p:nvPr/>
        </p:nvCxnSpPr>
        <p:spPr>
          <a:xfrm flipH="1">
            <a:off x="4011561" y="5329084"/>
            <a:ext cx="61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E33916B-E65C-905C-0892-460F9FC7A642}"/>
              </a:ext>
            </a:extLst>
          </p:cNvPr>
          <p:cNvCxnSpPr>
            <a:cxnSpLocks/>
          </p:cNvCxnSpPr>
          <p:nvPr/>
        </p:nvCxnSpPr>
        <p:spPr>
          <a:xfrm>
            <a:off x="7236542" y="3008671"/>
            <a:ext cx="2064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E9C247-982C-F9CE-4A2D-4E94607B744F}"/>
              </a:ext>
            </a:extLst>
          </p:cNvPr>
          <p:cNvCxnSpPr/>
          <p:nvPr/>
        </p:nvCxnSpPr>
        <p:spPr>
          <a:xfrm>
            <a:off x="7443019" y="3008671"/>
            <a:ext cx="0" cy="22515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E4CC152-51C6-82C9-1947-93AE0AC33832}"/>
              </a:ext>
            </a:extLst>
          </p:cNvPr>
          <p:cNvCxnSpPr/>
          <p:nvPr/>
        </p:nvCxnSpPr>
        <p:spPr>
          <a:xfrm>
            <a:off x="7423355" y="5240594"/>
            <a:ext cx="619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7634249-84D8-23E8-388C-E5AEC9595ED4}"/>
              </a:ext>
            </a:extLst>
          </p:cNvPr>
          <p:cNvCxnSpPr/>
          <p:nvPr/>
        </p:nvCxnSpPr>
        <p:spPr>
          <a:xfrm>
            <a:off x="7236542" y="2428568"/>
            <a:ext cx="4031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9D2FE62-888A-E3B8-56E0-82FFC686AD89}"/>
              </a:ext>
            </a:extLst>
          </p:cNvPr>
          <p:cNvCxnSpPr/>
          <p:nvPr/>
        </p:nvCxnSpPr>
        <p:spPr>
          <a:xfrm flipV="1">
            <a:off x="7639664" y="1297858"/>
            <a:ext cx="0" cy="1120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D647046-9EC7-E8B1-DEE6-5C865E9F6DC2}"/>
              </a:ext>
            </a:extLst>
          </p:cNvPr>
          <p:cNvCxnSpPr/>
          <p:nvPr/>
        </p:nvCxnSpPr>
        <p:spPr>
          <a:xfrm>
            <a:off x="7639664" y="1297858"/>
            <a:ext cx="403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720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</Words>
  <Application>Microsoft Office PowerPoint</Application>
  <PresentationFormat>Widescreen</PresentationFormat>
  <Paragraphs>18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Duy Tuan Hung D23KD02</dc:creator>
  <cp:lastModifiedBy>Pham Duy Tuan Hung D23KD02</cp:lastModifiedBy>
  <cp:revision>12</cp:revision>
  <dcterms:created xsi:type="dcterms:W3CDTF">2026-05-21T18:01:43Z</dcterms:created>
  <dcterms:modified xsi:type="dcterms:W3CDTF">2026-05-21T19:23:28Z</dcterms:modified>
</cp:coreProperties>
</file>